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20: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Strategic Task and Resource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Agents face multiple competing tasks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Limited resources require allocation decisions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Urgency and importance vary across tasks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Prioritization enables efficient execution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Resource constraints demand smart scheduling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Optimize resource utilization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Handle urgent tasks first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Balance competing demands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Maximize value delivery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Manage workload effectively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Priority Queues - Ordered task lists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Urgency vs Importance - Eisenhower matrix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Resource Allocation - Budget distribution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Scheduling Algorithms - Execution planning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Dynamic Reprioritization - Adaptive ordering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Random task execution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Resource waste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Missed deadlines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User frustration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Inefficient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Value-driven execution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Optimal resource use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Deadline compliance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User satisfaction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Efficient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Task management systems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Resource allocation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Deadline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Workload balancing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Service level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src/agents/patterns/prioritization.py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Eisenhower Matrix, https://www.eisenhower.me/eisenhower-matrix/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Priority Queue Algorithms, https://en.wikipedia.org/wiki/Priority_queue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Getting Things Done, Allen, D. (2001). Penguin.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Scheduling Theory, https://www.sciencedirect.com/topics/computer-science/scheduling-algorithms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Resource Allocation, https://www.ibm.com/docs/en/zos/2.5.0?topic=management-resource-allocation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