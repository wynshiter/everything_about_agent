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20: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优先级管理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Agent面临多个任务时需要决策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资源有限无法同时处理所有任务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优先级管理确保重要任务优先执行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基于多个因素智能排序任务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提高资源利用效率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任务评分: 基于重要性、紧急性等评分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动态调整: 根据情况变化调整优先级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资源约束: 考虑资源限制安排任务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依赖管理: 处理任务间依赖关系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截止时间: 根据截止时间排序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随机处理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优先级管理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重要任务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可能延误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优先处理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资源利用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混乱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有序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用户满意度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系统负载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不均衡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均衡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dataclasses import dataclass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typing import List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@dataclass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Task: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id: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description: str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priority: int  # 1-10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deadline: datetime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dependencies: List[str]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TaskPrioritizer: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prioritize(self, tasks: List[Task]) -&gt; List[Task]: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# 综合评分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def score(task: Task) -&gt; float: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urgency = self._calc_urgency(task.deadline)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importance = task.priority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dependency_score = self._calc_dependency_score(task)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return importance * 0.4 + urgency * 0.4 + dependency_score * 0.2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return sorted(tasks, key=score, reverse=True)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prioritizer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name="TaskPrioritizer",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instruction="""Prioritize tasks based on: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1. Urgency (deadline proximity)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2. Importance (business impact)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3. Dependencies (blocking tasks first)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4. Resource availability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Input: List of tasks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Output: Prioritized task list with reasoning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output_key="prioritized_tasks"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任务队列: 处理客服工单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项目管理: 安排项目任务顺序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资源调度: 分配计算资源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事件响应: 安全事件优先级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内容审核: 审核内容排序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确保重要任务优先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提高资源效率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减少延误风险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更好的用户体验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优先级算法复杂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需要准确评估任务属性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可能存在饥饿问题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动态调整开销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Task Scheduling: https://en.wikipedia.org/wiki/Scheduling_(computing)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LangGraph State: https://langchain-ai.github.io/langgraph/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ADK Documentation: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