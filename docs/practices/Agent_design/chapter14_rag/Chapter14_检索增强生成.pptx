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14: Knowledge Retrieval (RAG)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检索增强生成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LLM知识有限且可能过时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无法访问私有或实时数据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幻觉问题导致生成错误信息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RAG通过检索增强生成质量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结合知识库提供准确、最新的回答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文档处理: 清洗、分块、索引文档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向量化: 将文本转换为向量表示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相似性检索: 根据查询检索相关文档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上下文注入: 将检索结果注入提示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生成回答: 基于检索内容生成回答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纯LLM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知识来源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训练数据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外部知识库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信息时效性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可能过时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实时更新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私有数据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无法访问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可接入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幻觉问题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常见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大幅减少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可解释性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可引用来源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langchain.vectorstores import Chroma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langchain.embeddings import OpenAIEmbeddings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langchain.chains import RetrievalQA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创建向量存储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embeddings = OpenAIEmbeddings()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vectorstore = Chroma.from_documents(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documents=docs,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embedding=embeddings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创建RAG链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qa_chain = RetrievalQA.from_chain_type(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llm=llm,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retriever=vectorstore.as_retriever(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search_kwargs={"k": 3}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),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return_source_documents=True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查询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result = qa_chain({"query": "What is the company policy?"})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google.adk.retrievers import VectorStoreRetriever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配置RAG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retriever = VectorStoreRetriever(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collection="knowledge_base",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embedding_model="text-embedding-3-small"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agent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name="RAGAgent",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instruction="""Answer questions based on retrieved context.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Context: {retrieved_context}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If the context doesn't contain relevant information,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say so clearly instead of making up answers.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retriever=retriever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企业知识库: 员工查询公司政策和流程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客服系统: 基于产品文档回答问题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法律助手: 检索法律条文和案例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医疗诊断: 检索医学知识库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技术文档: 查询API文档和使用指南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访问最新和私有数据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减少幻觉问题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可引用信息来源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无需重新训练模型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检索质量影响生成质量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需要维护知识库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向量存储成本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文档分块策略很重要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RAG Paper: https://arxiv.org/abs/2005.11401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LangChain RAG: https://python.langchain.com/docs/use_cases/question_answering/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LlamaIndex: https://docs.llamaindex.ai/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