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14: Knowledge Retrieval (RAG)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Augmenting Agents with External Knowledge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LLMs have knowledge cutoff limitations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Domain-specific knowledge exceeds training data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Real-time information is often required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RAG enables dynamic knowledge access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Retrieval augments generation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Access up-to-date information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Incorporate domain expertise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Reduce hallucinations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Enable factual grounding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Support large knowledge bases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Document Chunking - Breaking text for retrieval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Embedding Models - Vector representations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Vector Databases - Efficient similarity search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Retrieval Strategies - Finding relevant content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Augmented Generation - Combining retrieval with 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Limited to training knowledge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Hallucination risk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No citation capability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Fixed knowledge scope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No real-time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Dynamic knowledge access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Grounded responses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Source attribution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Extensible knowledge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Real-time updates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Document Q&amp;A systems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Customer support bots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Research assistants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Knowledge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Legal/compliance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src/agents/patterns/rag.py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Lewis, P., et al. (2020). Retrieval-Augmented Generation. NeurIPS.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LangChain RAG, https://python.langchain.com/docs/use_cases/question_answering/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LlamaIndex, https://docs.llamaindex.ai/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Pinecone Vector DB, https://docs.pinecone.io/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Borgeaud, S., et al. (2022). Retrieval-Enhanced Transformers. arXiv.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