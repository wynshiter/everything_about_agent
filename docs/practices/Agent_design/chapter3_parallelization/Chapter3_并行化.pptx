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3: Parallelization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并行化模式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前面的章节探索了顺序执行的Chaining和动态路径选择的Routing模式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然而，许多复杂任务包含多个可以同时执行的子任务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顺序执行导致总体执行时间是所有子任务时间的总和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当任务涉及外部API调用、数据库查询等有延迟的操作时尤为明显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并行化模式通过同时执行独立任务来显著减少总体执行时间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独立任务识别: 识别工作流中不依赖其他任务输出的组件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并发执行: 使用异步操作或多线程/多进程同时运行多个任务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结果聚合: 等待所有并行任务完成后合并结果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框架支持: LangChain LCEL、LangGraph、Google ADK都提供并行机制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顺序执行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并行化</a:t>
                      </a:r>
                    </a:p>
                  </a:txBody>
                  <a:tcPr>
                    <a:solidFill>
                      <a:srgbClr val="3498D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执行方式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一个接一个顺序执行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多个任务同时执行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总体耗时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所有任务时间之和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最长单个任务时间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复杂度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简单易懂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需要处理并发和同步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任务间有依赖关系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任务相互独立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资源利用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更充分利用计算资源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langchain_core.runnables import RunnableParallel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定义独立的处理链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summarize_chain = summarize_prompt | llm | StrOutputParser()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questions_chain = questions_prompt | llm | StrOutputParser()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terms_chain = terms_prompt | llm | StrOutputParser()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并行执行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map_chain = RunnableParallel({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"summary": summarize_chain,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"questions": questions_chain,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"key_terms": terms_chain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})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合成结果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full_chain = map_chain | synthesis_prompt |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ParallelAgent,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定义并行执行的子Agent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researcher_1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name="Researcher1",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model="gemini-2.0-flash",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instruction="Research topic A",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output_key="result_a"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researcher_2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name="Researcher2",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model="gemini-2.0-flash",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instruction="Research topic B",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output_key="result_b"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创建并行Agent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parallel_agent = ParallelAgent(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name="ParallelResearch",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sub_agents=[researcher_1, researcher_2]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信息收集与研究: 同时从多个来源获取信息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数据处理与分析: 对不同数据段并行执行分析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多API调用: 并行查询多个独立的API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内容生成: 并行生成复杂内容的不同部分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验证与检查: 并行执行多个独立验证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降低延迟 - 总体执行时间接近最长单个任务的时间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提高吞吐量 - 更有效地利用计算资源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改善用户体验 - 更快获得完整结果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只能并行执行相互独立的任务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并行化增加了系统复杂度和成本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需要适当的错误处理和结果聚合机制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Python的asyncio提供并发而非真正的并行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LangChain LCEL Documentation: https://python.langchain.com/docs/concepts/lcel/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Google ADK Multi-Agent Systems: https://google.github.io/adk-docs/agents/multi-agents/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Python asyncio Documentation: https://docs.python.org/3/library/asyncio.html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