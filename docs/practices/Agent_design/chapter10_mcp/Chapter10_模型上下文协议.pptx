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10: 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模型上下文协议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不同工具和服务之间缺乏统一接口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集成新工具需要大量定制开发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MCP提供标准化的工具连接协议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类似于AI领域的USB接口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降低工具集成复杂度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MCP Server: 提供工具和资源的MCP服务器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MCP Client: 使用MCP服务的客户端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Resources: MCP暴露的数据资源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Tools: MCP提供的可调用工具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Prompts: MCP提供的预定义提示模板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自定义集成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MCP协议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标准化程度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低，各自实现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高，统一标准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开发效率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快，即插即用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可移植性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维护成本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生态系统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孤立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互联共享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langchain.mcp import MCPToolkit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连接MCP服务器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mcp_toolkit = MCPToolkit.connect(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server_url="http://localhost:8000"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获取MCP工具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tools = mcp_toolkit.get_tools()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使用MCP工具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create_openai_functions_agent(llm, tools)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agent_executor = AgentExecutor(agent=agent, tools=tools)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google.adk.tools import MCPTool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使用MCP工具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mcp_search = MCPTool(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server_name="search-server",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tool_name="web_search"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name="MCPAgent",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tools=[mcp_search],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instruction="Use MCP tools to search the web"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数据库访问: 通过MCP连接各种数据库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文件系统: 统一访问不同存储系统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API集成: 标准化接入外部API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企业工具: 集成企业内部工具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开发工具: 连接IDE和开发环境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标准化接口降低集成成本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即插即用的工具生态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更好的可维护性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促进工具共享和复用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MCP生态仍在发展中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需要服务器端支持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可能存在性能开销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需要学习新的协议规范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MCP Specification: https://spec.modelcontextprotocol.io/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Anthropic MCP: https://www.anthropic.com/news/model-context-protocol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LangChain MCP: https://python.langchain.com/docs/integrations/tools/mcp/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