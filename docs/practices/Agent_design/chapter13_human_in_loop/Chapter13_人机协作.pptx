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13: Human-in-the-Loop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人机协作模式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完全自动化并非总是最佳选择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某些决策需要人类判断和确认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人机协作结合AI效率和人类智慧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关键决策需要人类审核和批准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提升系统的可信度和安全性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触发条件: 定义何时需要人类介入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介入类型: 审批、修正、指导等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信息展示: 向人类展示相关决策信息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反馈机制: 收集人类反馈并调整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自动化恢复: 人类处理后继续自动化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1ABC9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全自动化</a:t>
                      </a:r>
                    </a:p>
                  </a:txBody>
                  <a:tcPr>
                    <a:solidFill>
                      <a:srgbClr val="1ABC9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人机协作</a:t>
                      </a:r>
                    </a:p>
                  </a:txBody>
                  <a:tcPr>
                    <a:solidFill>
                      <a:srgbClr val="1ABC9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决策质量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依赖模型能力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人类把关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执行速度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较慢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可控性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低风险任务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高风险决策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需要人力投入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langchain.callbacks import HumanApprovalCallbackHandler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需要人类批准的工具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def send_email(to: str, subject: str, body: str) -&gt; str: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"""发送邮件（需要人类批准）"""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return f"Email sent to {to}"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配置人类批准回调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human_approval = HumanApprovalCallbackHandler(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approvals=["send_email"]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执行时需要人类确认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agent = AgentExecutor(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agent=agent,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tools=[send_email],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callbacks=[human_approval]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LlmAgent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agent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name="HumanLoopAgent",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instruction="""Execute tasks with human oversight.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For high-risk actions: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1. Present the proposed action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2. Wait for human approval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3. Execute or cancel based on feedback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Risk levels: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Low: Execute automatically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Medium: Log and notify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- High: Require explicit approval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""",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output_key="action"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内容发布: 发布前需要审核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财务审批: 大额支出需要批准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客户服务: 敏感问题需要人工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医疗诊断: 诊断建议需要医生确认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法律文件: 重要合同需要审核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结合AI效率和人类判断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降低错误风险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增强用户信任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符合监管要求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增加处理时间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需要人力投入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需要设计良好的界面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可能成为瓶颈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Human-in-the-Loop ML: https://www.oreilly.com/library/view/human-in-the-loop-machine/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LangChain Human Approval: https://python.langchain.com/docs/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ADK Documentation: https://google.github.io/adk-docs/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