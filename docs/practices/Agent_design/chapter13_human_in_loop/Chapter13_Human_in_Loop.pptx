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Chapter 13: Human-in-the-Loop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CADCFC"/>
                </a:solidFill>
              </a:defRPr>
            </a:pPr>
            <a:r>
              <a:t>人在回路模式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什么是人在回路？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• 允许人类干预决策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• 审核关键输出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• 提供反馈指导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• 高风险决策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• 创意内容审核</a:t>
            </a:r>
          </a:p>
          <a:p>
            <a:pPr>
              <a:spcAft>
                <a:spcPts val="1400"/>
              </a:spcAft>
              <a:defRPr sz="2000">
                <a:solidFill>
                  <a:srgbClr val="0F172A"/>
                </a:solidFill>
              </a:defRPr>
            </a:pPr>
            <a:r>
              <a:t>• 训练数据收集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运行示例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python src/agents/patterns/human_in_loop.py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