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9144000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Chapter 13: Human-in-the-Loop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Collaborative Human-Agent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1. Background &amp; Motivation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2. Key Concepts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3. Comparison Analysis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4. Implementation Examples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5. Use Cases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6. Best Practices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7. Summary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8.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Full automation is not always desirable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Human judgment adds value to decisions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Critical actions need human approval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Feedback improves agent performance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Trust building requires human oversight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Ensure quality through human review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Capture human expertise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Build user trust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Handle edge cases safely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Enable feedback collection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Approval Workflows - Human sign-off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Feedback Collection - User input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Intervention Points - When to involve humans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Escalation Paths - Complex issue routing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Review Cycles - Iterative improvement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Comparison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40000"/>
                </a:solidFill>
              </a:defRPr>
            </a:pPr>
            <a:r>
              <a:t>Without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No human intervention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Fast execution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Risk of errors propagating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Limited oversight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Trust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000"/>
                </a:solidFill>
              </a:defRPr>
            </a:pPr>
            <a:r>
              <a:t>With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Strategic human involvement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Quality assurance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Error prevention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Expert input integration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Trust building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Content moderation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Financial transactions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Medical decisions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Legal document review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Creative collaboration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Code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3716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80"/>
                </a:solidFill>
                <a:latin typeface="Consolas"/>
              </a:defRPr>
            </a:pPr>
            <a:r>
              <a:t>$ python src/agents/patterns/human_in_loop.py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Understand the problem context and motivation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Apply the pattern when conditions are met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Compare trade-offs before implementation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Follow best practices for optimal results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Monitor and iterate for continuous improvement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[1] Human-in-the-Loop ML, https://www.oreilly.com/library/view/human-in-the-loop-machine/9781492072076/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[2] Active Learning Survey, https://burrsettles.com/pub/settles.activelearning.pdf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[3] Amazon Mechanical Turk, https://www.mturk.com/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[4] Label Studio, https://labelstud.io/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[5] Wilson, A.T., &amp; Izmailov, P. (2020). Bayesian Deep Learning. NeurIPS Tutorial.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