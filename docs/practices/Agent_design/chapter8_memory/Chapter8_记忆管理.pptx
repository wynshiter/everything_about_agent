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8: Memory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记忆管理模式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LLM本身是无状态的，每次调用独立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无法记住之前的交互和上下文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记忆管理让Agent能够保持状态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支持多轮对话和长期学习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提升用户体验和Agent智能性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短期记忆: 当前会话中的上下文信息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长期记忆: 跨会话持久化的信息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工作记忆: 当前任务相关的临时信息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情景记忆: 特定事件和经历的记录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语义记忆: 知识和事实的存储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无记忆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有记忆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上下文理解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仅当前输入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包含历史信息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个性化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可记住用户偏好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学习能力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可持续学习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多轮对话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自然支持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Token消耗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高（需要存储历史）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langchain.memory import ConversationBufferMemory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langchain.chains import ConversationChain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创建对话记忆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memory = ConversationBufferMemory(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memory_key="chat_history",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return_messages=True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带记忆的对话链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conversation = ConversationChain(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llm=llm,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memory=memory,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verbose=True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多轮对话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response1 = conversation.predict(input="你好，我是小明")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response2 = conversation.predict(input="你还记得我的名字吗？")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ADK内置会话状态管理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name="MemoryAgent",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instruction="""You have access to previous conversation context.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Use session state to remember information across turns.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Current session state: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{session_state}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output_key="response"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Session state is automatically managed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Can store user preferences, history,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客服聊天: 记住用户问题和历史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个人助理: 记住用户偏好和日程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教育辅导: 追踪学习进度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心理咨询: 维护完整对话历史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游戏NPC: 记住玩家行为和选择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支持连贯的多轮对话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记住用户偏好和历史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持续学习和改进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提供个性化体验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记忆占用存储空间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长历史增加Token消耗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需要决定保留哪些记忆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隐私和安全问题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LangChain Memory: https://python.langchain.com/docs/modules/memory/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MemGPT: https://memgpt.ai/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Letta: https://letta.com/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