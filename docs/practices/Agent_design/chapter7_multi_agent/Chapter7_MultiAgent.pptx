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65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9144000" cy="91440"/>
          </a:xfrm>
          <a:prstGeom prst="rect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Chapter 7: Multi-Agent Collaboration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Coordinated Agent Teams for Complex Tasks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65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1. Background &amp; Motivation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2. Key Concepts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3. Comparison Analysis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4. Implementation Examples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5. Use Cases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6. Best Practices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7. Summary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8.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65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Background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Single agents have limited capabilities and perspectives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Complex tasks require diverse expertise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Collaboration enables specialization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Different agents bring unique strengths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Coordinated teams outperform individuals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65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Leverage specialized domain expertise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Distribute workload across capabilities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Enable parallel task execution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Incorporate multiple perspectives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Build robust, fault-tolerant systems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65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Concepts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Agent Roles - Specialized responsibilities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Communication Protocol - Inter-agent messaging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Coordination Mechanism - Task distribution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Consensus Building - Collective decision-making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Hierarchical Structure - Leader-follower patterns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65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Comparison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801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B40000"/>
                </a:solidFill>
              </a:defRPr>
            </a:pPr>
            <a:r>
              <a:t>Without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73736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Simple architecture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Unified decision-making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Limited expertise scope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Single point of failure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Bottleneck in complex tasks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2801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8000"/>
                </a:solidFill>
              </a:defRPr>
            </a:pPr>
            <a:r>
              <a:t>With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73736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Complex coordination needed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Distributed expertise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Parallel processing capability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Redundancy and resilience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Scalable problem handling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65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Use Cases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Software development teams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Research and analysis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Customer service workflows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Complex decision making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Creative collaboration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65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Code Example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8229600" cy="137160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7863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FF80"/>
                </a:solidFill>
                <a:latin typeface="Consolas"/>
              </a:defRPr>
            </a:pPr>
            <a:r>
              <a:t>$ python src/agents/patterns/multi_agent.py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65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9144000" cy="45720"/>
          </a:xfrm>
          <a:prstGeom prst="rect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[OK] Understand the problem context and motivation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[OK] Apply the pattern when conditions are met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[OK] Compare trade-offs before implementation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[OK] Follow best practices for optimal results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[OK] Monitor and iterate for continuous improvement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65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9144000" cy="45720"/>
          </a:xfrm>
          <a:prstGeom prst="rect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[1] Park, J.S., et al. (2023). Generative Agents. arXiv:2304.03442.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[2] AutoGen Framework, https://microsoft.github.io/autogen/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[3] CrewAI Documentation, https://docs.crewai.com/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[4] Wooldridge, M. (2009). An Introduction to MultiAgent Systems. Wiley.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[5] Ferber, J. (1999). Multi-Agent Systems. Addison-Wesley.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