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Chapter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Chapter 7: Multi-Agent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多Agent协作模式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背景与动机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单一Agent处理所有任务的能力有限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复杂任务需要不同专业领域的知识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多Agent协作让不同Agent各司其职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模拟人类团队协作的工作方式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提高复杂任务的解决能力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角色定义: 为每个Agent定义明确的角色和职责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协作模式: 顺序、并行、层级或混合协作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通信机制: Agent之间的信息交换方式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状态共享: 共享工作状态和中间结果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协调器: 管理Agent间协调的组件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对比分析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单Agent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多Agent协作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专业能力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通用但不够专精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各有所长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处理复杂度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有限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更高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可扩展性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困难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易于添加新Agent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调试复杂度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简单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复杂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资源消耗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LangChain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langchain.agents import AgentExecutor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langchain.agents import create_openai_functions_agent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定义不同的专业Agent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researcher_agent = create_openai_functions_agent(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llm, research_prompt, research_tools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writer_agent = create_openai_functions_agent(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llm, writer_prompt, writer_tools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创建Agent执行器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researcher = AgentExecutor(agent=researcher_agent, tools=research_tools)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writer = AgentExecutor(agent=writer_agent, tools=writer_tools)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协作流程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research_result = researcher.invoke({"input": topic})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article = writer.invoke({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"input": research_result["output"],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"style": "technical"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})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Google ADK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google.adk.agents import LlmAgent, SequentialAgent, ParallelAgent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专业Agent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researcher = LlmAgent(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name="Researcher",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instruction="Research the topic thoroughly",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output_key="research"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analyst = LlmAgent(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name="Analyst",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instruction="Analyze the research findings",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output_key="analysis"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writer = LlmAgent(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name="Writer",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instruction="Write a report based on analysis",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output_key="report"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顺序协作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team = SequentialAgent(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name="ResearchTeam",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sub_agents=[researcher, analyst, writer]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实践应用案例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软件开发: 需求分析、设计、开发、测试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内容创作: 研究、写作、编辑、审核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客服系统: 问题分类、专业解答、满意度追踪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数据分析: 数据收集、清洗、分析、可视化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项目管理: 规划、执行、监控、汇报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总结：优势与注意事项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4206240" cy="4846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✓ 核心优势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专业化分工，各有所长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处理更复杂的任务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易于扩展和维护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模拟真实团队协作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280160"/>
            <a:ext cx="4206240" cy="4846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5100"/>
                </a:solidFill>
              </a:defRPr>
            </a:pPr>
            <a:r>
              <a:t>⚠ 注意事项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Agent间的协调复杂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通信开销较大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调试和监控困难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需要明确的责任划分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[1] AutoGen: https://microsoft.github.io/autogen/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[2] CrewAI: https://docs.crewai.com/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[3] Google ADK Multi-Agent: https://google.github.io/adk-docs/agents/multi-agents/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