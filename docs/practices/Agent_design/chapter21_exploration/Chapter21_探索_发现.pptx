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21: Exploration and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探索与发现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Agent有时需要探索未知领域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探索可以发现新知识和机会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平衡探索与利用是关键挑战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探索驱动创新和突破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是AI自主学习的重要能力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好奇心驱动: 主动探索未知区域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探索策略: 随机、贪婪、UCB等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利用策略: 利用已知最优方案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探索-利用平衡: 在探索新方案和利用已知方案间权衡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知识积累: 将探索结果转化为知识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纯利用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探索+利用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创新性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潜力上限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更高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收敛速度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适应性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import random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typing import List, Any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ExplorationAgent: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__init__(self, explore_rate: float = 0.1):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self.explore_rate = explore_rate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self.known_actions = {}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select_action(self, state: str, actions: List[Any]):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# Epsilon-greedy exploration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if random.random() &lt; self.explore_rate: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# Explore: random action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return random.choice(actions)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else: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# Exploit: best known action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return self._get_best_action(state)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update(self, state: str, action: Any, reward: float):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# Update knowledge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if state not in self.known_actions: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self.known_actions[state] = {}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self.known_actions[state][action] = reward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explorer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name="ExplorerAgent",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instruction="""Balance exploration and exploitation: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Exploration (try new approaches):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When uncertain about optimal solution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When current approach plateaus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To discover innovative solutions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Exploitation (use known solutions):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When reliable solution exists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When time is limited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When consistency is important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Adjust exploration rate based on: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Confidence in current solution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Time available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Risk tolerance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output_key="action"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自动调优: 探索最优参数配置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游戏AI: 探索新策略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科研助手: 探索研究假设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推荐系统: 探索用户兴趣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机器人导航: 探索新环境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发现创新解决方案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适应变化环境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避免局部最优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持续学习和改进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探索成本较高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可能走弯路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需要合适探索率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探索结果需要评估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Multi-Armed Bandits: https://arxiv.org/abs/1904.07272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Exploration-Exploitation: https://www.nature.com/articles/nature14540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Reinforcement Learning: https://www.davidsilver.uk/teaching/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