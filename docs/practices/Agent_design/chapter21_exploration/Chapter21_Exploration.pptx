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21: Exploration and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Enabling Agent Curiosity and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Agents need to discover unknown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Fixed approaches miss novel solutions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Exploration enables learning new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Discovery leads to innovation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Curiosity drives better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Discover new knowledge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Find novel solutions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Expand capability boundaries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Learn from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autonomous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Exploration-Exploitation Trade-off - Balance finding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Curiosity Signals - Novelty detection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Information Gain - Value of exploration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Safe Exploration - Risk-aware discovery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Meta-Learning - Learning to explore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Known paths only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new discoveries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Local optima trap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Stagnation risk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Balance of old and new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Continuous discovery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Global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Adaptive behavior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Sustained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Research automation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Novel solution discovery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Autonomous learning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Knowledge expansion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Creative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src/agents/patterns/exploration.py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Sutton, R.S., &amp; Barto, A.G. (2018). Reinforcement Learning. MIT Press.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Multi-armed Bandits, https://www.cs.cmu.edu/~sleight/papers/bandit-tutorial.pdf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Curiosity-driven Learning, https://pathak22.github.io/noreward-rl/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Active Learning, https://minds.wisconsin.edu/handle/1793/60660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Bellemare, M., et al. (2016). Unifying Count-Based Exploration. ICML.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