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19: Evaluation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评估与监控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Agent性能需要量化评估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缺乏评估难以改进和优化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监控确保生产环境稳定运行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持续评估驱动迭代改进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是AI工程化的关键环节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任务成功率: Agent正确完成任务的比例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响应质量: 输出的准确性、相关性等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延迟监控: 响应时间和吞吐量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成本追踪: Token消耗和API费用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错误分析: 失败原因分类和分析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无评估监控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有评估监控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可见性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黑盒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透明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改进依据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凭感觉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数据驱动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问题发现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被动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主动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运维效率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可靠性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不确定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可量化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langchain.evaluation import EvaluatorChain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langchain.smith import RunEvalConfig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定义评估指标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eval_config = RunEvalConfig(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evaluators=[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"correctness",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"relevance",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"coherence"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],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custom_evaluators=[custom_evaluator]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运行评估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results = client.run_on_dataset(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dataset_name="test_dataset",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llm_or_chain_factory=chain,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evaluation=eval_config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监控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import wandb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wandb.init(project="agent-monitoring")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wandb.log({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"latency": response_time,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"tokens": token_count,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"success": success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google.adk.metrics import MetricsCollector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配置监控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metrics = MetricsCollector(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log_level="INFO",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track_tokens=True,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track_latency=True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agent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name="MonitoredAgent",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instruction="...",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metrics=metrics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自动收集指标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- Response latency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- Token usage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- Error rates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- Success rates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A/B测试: 比较不同版本性能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生产监控: 实时系统健康监控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回归测试: 确保更新不降低性能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用户反馈: 收集和分析用户评价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成本优化: 识别高成本操作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量化性能指标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数据驱动改进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快速发现问题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优化成本效率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评估本身需要资源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需要定义合适的指标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数据隐私考虑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持续维护成本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LangSmith: https://www.langchain.com/langsmith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Weights &amp; Biases: https://wandb.ai/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TruLens: https://www.trulens.org/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