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19: Evaluation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Measuring and Improving Agent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 performance needs quantification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Quality varies across tasks and models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Continuous monitoring enables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Evaluation metrics guide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Observability supports debugging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Measure agent effectiveness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Identify improvement areas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Track performance over time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Compare different approaches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data-driven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Evaluation Metrics - Performance measures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Benchmark Datasets - Standardized testing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A/B Testing - Comparative evaluation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Observability - System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Feedback Loops - Continuous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Unknown performance level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improvement direction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Blind deployment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Reactive debugging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Arbitrary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Quantified performance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Clear improvement targets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Informed deployment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Proactive monitoring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Data-driven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Model selection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Performance optimization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Quality assurance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Production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Research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src/agents/patterns/evaluation.py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HELM Benchmark, https://crfm.stanford.edu/helm/lite/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LangSmith, https://www.langchain.com/langsmith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Arize AI, https://arize.com/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Liu, Y., et al. (2023). Evaluation of LLMs. arXiv.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MLflow Tracking, https://mlflow.org/docs/latest/tracking.html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