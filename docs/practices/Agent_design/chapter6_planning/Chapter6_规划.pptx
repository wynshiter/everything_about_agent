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6: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规划模式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复杂任务往往需要多个步骤才能完成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直接执行可能导致遗漏或错误顺序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规划模式让Agent先制定计划再执行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类似于人类解决问题时的思考和规划过程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提高复杂任务的完成质量和效率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目标分析: 理解最终目标并分解为子目标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步骤生成: 为每个子目标生成具体步骤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依赖识别: 识别步骤之间的依赖关系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计划执行: 按顺序或并行执行计划步骤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动态调整: 根据执行结果调整计划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直接执行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规划后执行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结构化程度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低，随机应变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高，有明确步骤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可预测性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调试难度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困难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相对容易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简单任务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复杂多步骤任务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执行效率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可能走弯路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更高效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langchain.chains import LLMChain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langchain.prompts import PromptTemplate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规划提示模板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plan_prompt = PromptTemplate(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template="""Given the following objective, create a step-by-step plan: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Objective: {objective}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Create a numbered list of steps to achieve this objective.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Each step should be clear and actionable.""",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input_variables=["objective"]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执行计划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execute_prompt = PromptTemplate(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template="""Execute the following step: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Step: {step}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Previous results: {previous_results}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Provide the result of executing this step.""",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input_variables=["step", "previous_results"]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plan_chain = LLMChain(llm=llm, prompt=plan_prompt)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execute_chain = LLMChain(llm=llm, prompt=execute_prompt)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LlmAgent, SequentialAgent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规划Agent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planner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name="Planner",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instruction="""Analyze the goal and create a detailed plan.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 a JSON list of steps.""",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output_key="plan"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执行Agent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executor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name="Executor",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instruction="""Execute each step from the plan.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Previous step results: {previous_results}""",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output_key="execution_result"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顺序执行：先规划后执行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planning_agent = SequentialAgent(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name="PlanningPipeline",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sub_agents=[planner, executor]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项目管理: 分解项目任务，安排执行顺序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研究分析: 规划研究步骤和方法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代码开发: 规划开发任务和模块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旅行规划: 制定详细的行程计划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问题解决: 分析问题并制定解决方案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结构化处理复杂任务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提高任务完成质量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便于追踪和调试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支持并行执行独立步骤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规划本身需要LLM调用，增加成本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计划可能不完美，需要动态调整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过度规划可能浪费时间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需要平衡规划粒度和执行效率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ReAct Paper: https://arxiv.org/abs/2210.03629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Plan-and-Solve: https://arxiv.org/abs/2305.04091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LangGraph Planning: https://langchain-ai.github.io/langgraph/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