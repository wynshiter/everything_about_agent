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17: Reasoning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推理技术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LLM的推理能力有限且不稳定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复杂问题需要多步推理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推理技术增强模型的逻辑能力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包括CoT、ToT、GoT等方法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提高复杂问题的解决能力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Chain of Thought: 逐步推理展示思维过程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Tree of Thoughts: 探索多个推理路径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Graph of Thoughts: 构建推理图结构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Self-Consistency: 多路径投票决策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Least-to-Most: 从简单到复杂的分解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直接回答</a:t>
                      </a:r>
                    </a:p>
                  </a:txBody>
                  <a:tcPr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推理增强</a:t>
                      </a:r>
                    </a:p>
                  </a:txBody>
                  <a:tcPr>
                    <a:solidFill>
                      <a:srgbClr val="16A08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较低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显著提高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可解释性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Token消耗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复杂问题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表现差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表现好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Chain of Thought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cot_prompt = """Let's think step by step: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1. First, understand the problem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2. Break it down into parts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3. Solve each part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4. Combine the results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Question: {question}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Answer:"""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Tree of Thoughts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tot_prompt = """Generate 3 different approaches: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1. [Approach 1]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2. [Approach 2]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3. [Approach 3]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Evaluate each and choose the best one.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Question: {question}"""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Self-Consistency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responses = [llm.invoke(cot_prompt) for _ in range(5)]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final_answer = majority_vote(responses)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reasoning_agent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name="ReasoningAgent",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instruction="""Use systematic reasoning: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1. Chain of Thought: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- Break down the problem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- Show each reasoning step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- Verify the conclusion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2. Self-Consistency: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- Generate multiple solutions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- Find the most consistent answer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3. Verification: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- Check if the answer is correct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- Revise if needed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model="gemini-2.0-flash"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数学问题: 复杂计算和证明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逻辑推理: 演绎和归纳推理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问题求解: 多步骤问题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决策分析: 评估选项做决策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科学发现: 假设生成和验证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提高复杂问题解决能力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增强可解释性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减少推理错误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支持复杂逻辑运算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增加Token消耗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提高延迟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可能过度推理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需要选择合适方法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Chain of Thought: https://arxiv.org/abs/2201.11903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Tree of Thoughts: https://arxiv.org/abs/2305.10601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Self-Consistency: https://arxiv.org/abs/2203.11171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