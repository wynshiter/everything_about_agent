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17: Reasoning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Enhanced Logical Processing for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Standard prompting may miss complex reasoning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Multi-step problems require structured thinking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Logical consistency improves outputs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Reasoning techniques enhance accuracy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Chain-of-thought and tree-of-thought approaches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Improve logical consistency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Handle multi-step problems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Reduce reasoning errors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transparent thinking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Support complex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Chain of Thought - Step-by-step reasoning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Tree of Thoughts - Branching exploration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Self-Consistency - Multiple reasoning paths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Logical Verification - Step validation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Reasoning Traces - Transparent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Single-step reasoning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problem decomposition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Opaque decision process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Higher error rates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No intermediate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Multi-step analysis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Problem decomposition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Transparent reasoning chain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Lower error rates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Self-verification possible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Mathematical problems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Logical puzzles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Complex decision-making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Scientific reasoning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Legal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src/agents/patterns/reasoning.py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00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Wei, J., et al. (2022). Chain-of-Thought Prompting. NeurIPS.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Yao, S., et al. (2023). Tree of Thoughts. NeurIPS.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Wang, X., et al. (2023). Self-Consistency. ICLR.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Kojima, T., et al. (2022). Zero-shot CoT. arXiv.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Zhou, D., et al. (2023). Least-to-Most Prompting. ICLR.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