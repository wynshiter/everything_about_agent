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400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Chapter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Chapter 9: Learning and Adaptation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学习与适应模式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背景与动机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传统Agent行为是固定的，无法改进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学习模式让Agent能够从经验中学习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适应不同用户和场景的需求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不断提升性能和用户体验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实现真正的智能进化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核心概念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反馈收集: 收集用户反馈和执行结果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知识积累: 将有效知识存储到知识库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策略优化: 根据反馈调整行为策略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模型微调: 使用数据微调底层模型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在线学习: 实时学习和适应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对比分析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858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对比维度</a:t>
                      </a:r>
                    </a:p>
                  </a:txBody>
                  <a:tcPr>
                    <a:solidFill>
                      <a:srgbClr val="2ECC7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静态Agent</a:t>
                      </a:r>
                    </a:p>
                  </a:txBody>
                  <a:tcPr>
                    <a:solidFill>
                      <a:srgbClr val="2ECC7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学习型Agent</a:t>
                      </a:r>
                    </a:p>
                  </a:txBody>
                  <a:tcPr>
                    <a:solidFill>
                      <a:srgbClr val="2ECC7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适应能力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持续改进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个性化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固定行为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适应用户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性能提升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随时间提升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实现复杂度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数据需求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需要训练数据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代码实现 - LangChain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8595360" cy="484632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from langchain.vectorstores import Chroma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from langchain.embeddings import OpenAIEmbeddings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# 存储学习到的知识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embeddings = OpenAIEmbeddings()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vectorstore = Chroma(embedding_function=embeddings)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def learn_from_feedback(query: str, good_response: str):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"""从好的反馈中学习"""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vectorstore.add_texts(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    texts=[good_response],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    metadatas=[{"query": query}]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)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def get_learned_response(query: str) -&gt; str: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"""检索学习到的知识"""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docs = vectorstore.similarity_search(query, k=1)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return docs[0].page_content if docs else None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代码实现 - Google ADK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8595360" cy="484632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from google.adk.agents import LlmAgent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from google.adk.memory import InMemoryMemory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# 配置记忆和学习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agent = LlmAgent(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name="LearningAgent",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instruction="""Learn from user interactions.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Store successful patterns for future use.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Memory: {memory}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""",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memory=InMemoryMemory()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# Agent can learn from: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# - Successful task completions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# - User corrections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# - Feedback signals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实践应用案例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智能客服: 从用户反馈中学习更好的回答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推荐系统: 学习用户偏好优化推荐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教育助手: 适应学生学习风格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写作助手: 学习用户写作风格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代码助手: 学习项目特定模式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总结：优势与注意事项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4206240" cy="48463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7D32"/>
                </a:solidFill>
              </a:defRPr>
            </a:pPr>
            <a:r>
              <a:t>✓ 核心优势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持续改进性能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适应用户和场景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积累组织知识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提供个性化服务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280160"/>
            <a:ext cx="4206240" cy="484632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3716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5100"/>
                </a:solidFill>
              </a:defRPr>
            </a:pPr>
            <a:r>
              <a:t>⚠ 注意事项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92024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需要大量数据和时间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可能学习到错误模式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隐私和伦理问题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实现和维护复杂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参考文献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323232"/>
                </a:solidFill>
              </a:defRPr>
            </a:pPr>
            <a:r>
              <a:t>[1] Learning from Human Feedback: https://arxiv.org/abs/2203.02155</a:t>
            </a:r>
          </a:p>
          <a:p>
            <a:pPr>
              <a:spcAft>
                <a:spcPts val="1200"/>
              </a:spcAft>
              <a:defRPr sz="1400">
                <a:solidFill>
                  <a:srgbClr val="323232"/>
                </a:solidFill>
              </a:defRPr>
            </a:pPr>
            <a:r>
              <a:t>[2] RLHF: https://huggingface.co/blog/rlhf</a:t>
            </a:r>
          </a:p>
          <a:p>
            <a:pPr>
              <a:spcAft>
                <a:spcPts val="1200"/>
              </a:spcAft>
              <a:defRPr sz="1400">
                <a:solidFill>
                  <a:srgbClr val="323232"/>
                </a:solidFill>
              </a:defRPr>
            </a:pPr>
            <a:r>
              <a:t>[3] LangChain Learning: https://python.langchain.com/docs/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