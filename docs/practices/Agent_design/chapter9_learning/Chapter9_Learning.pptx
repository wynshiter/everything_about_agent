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1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9144000" cy="9144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Chapter 9: Learning and Adaptation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Continuous Improvement for Agent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91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1. Background &amp; Motivation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2. Key Concepts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3. Comparison Analysis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4. Implementation Examples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5. Use Cases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6. Best Practices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7. Summary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8.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91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Background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Static agents cannot adapt to new requirements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User feedback provides valuable learning signals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Environment dynamics require flexibility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Performance improvement needs systematic approach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Adaptation enables long-term value creation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91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Improve performance over time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Adapt to changing user needs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Learn from successes and failures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Personalize to individual users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Reduce human oversight requirements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91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Concepts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Feedback Collection - Gathering improvement signals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Experience Replay - Learning from past actions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Model Fine-tuning - Adapting model behavior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Prompt Optimization - Improving instructions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Evaluation Metrics - Measuring progress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91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Comparison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B40000"/>
                </a:solidFill>
              </a:defRPr>
            </a:pPr>
            <a:r>
              <a:t>Without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73736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Fixed behavior patterns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No improvement mechanism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Consistent but limited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Manual updates required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Obsolescence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801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8000"/>
                </a:solidFill>
              </a:defRPr>
            </a:pPr>
            <a:r>
              <a:t>With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73736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Dynamic behavior adjustment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Continuous improvement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Personalized performance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Self-updating capabilities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Long-term value growth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91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Use Cases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Personalized assistants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Adaptive customer service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Continuous learning systems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Performance optimization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Domain-specific adaptation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91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Code Example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8229600" cy="137160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80"/>
                </a:solidFill>
                <a:latin typeface="Consolas"/>
              </a:defRPr>
            </a:pPr>
            <a:r>
              <a:t>$ python src/agents/patterns/learning.py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1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9144000" cy="457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Understand the problem context and motivation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Apply the pattern when conditions are met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Compare trade-offs before implementation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Follow best practices for optimal results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Monitor and iterate for continuous improvement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1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9144000" cy="457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[1] Shinn, N., et al. (2023). Reflexion. NeurIPS.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[2] Ouyang, L., et al. (2022). InstructGPT. arXiv:2203.02155.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[3] Sutton, R.S., &amp; Barto, A.G. (2018). Reinforcement Learning. MIT Press.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[4] Mitchell, T. (1997). Machine Learning. McGraw-Hill.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[5] Online Learning, https://www.cs.princeton.edu/~ehazan/online_learning.pdf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