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18: Guardrails and Safety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Protecting Agent Systems from Harm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Agents can produce harmful outputs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Prompt injection attacks are possible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Data privacy must be protected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Regulatory compliance is required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Safety mechanisms prevent misuse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Prevent harmful content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Protect against prompt injection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Ensure data privacy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Maintain regulatory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Build trustworthy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Input Validation - Filtering user inputs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Output Filtering - Content moderation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Prompt Injection Defense - Attack prevention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PII Protection - Data privacy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Rate Limiting - Usage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Unfiltered outputs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Vulnerable to attacks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Privacy risks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Compliance issues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Trust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Filtered safe outputs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Attack protection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Privacy preservation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Compliance adherence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Trust 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Content moderation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PII protection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Compliance systems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Safety-critical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Enterprise deployments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src/agents/patterns/guardrails.py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NeMo Guardrails, https://github.com/NVIDIA/NeMo-Guardrails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Guardrails AI, https://www.guardrailsai.com/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OWASP LLM Top 10, https://owasp.org/www-project-top-10-for-large-language-model-applications/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AI Safety Guidelines, https://www.anthropic.com/constitutional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Microsoft AI Principles, https://www.microsoft.com/en-us/ai/responsible-ai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