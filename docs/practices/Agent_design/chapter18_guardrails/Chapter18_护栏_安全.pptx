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400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Chapter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Chapter 18: Guardrails &amp; Safety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护栏与安全模式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背景与动机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LLM可能产生有害或不适当内容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安全风险包括偏见、幻觉、隐私泄露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护栏保护系统免受攻击和滥用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确保AI行为符合预期和规范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是企业部署AI的关键考虑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核心概念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输入验证: 检查和过滤用户输入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输出过滤: 审查和修改模型输出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内容策略: 定义允许和禁止的内容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访问控制: 限制敏感功能和数据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审计日志: 记录所有交互供审查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对比分析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对比维度</a:t>
                      </a:r>
                    </a:p>
                  </a:txBody>
                  <a:tcPr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无护栏</a:t>
                      </a:r>
                    </a:p>
                  </a:txBody>
                  <a:tcPr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有护栏</a:t>
                      </a:r>
                    </a:p>
                  </a:txBody>
                  <a:tcPr>
                    <a:solidFill>
                      <a:srgbClr val="E74C3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安全性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高风险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可控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合规性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难保证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符合要求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用户体验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可能有害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安全可靠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品牌风险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部署成本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较高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代码实现 - LangChain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8595360" cy="484632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from langchain.chains import LLMChain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from langchain.prompts import PromptTemplate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# 输入护栏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def validate_input(user_input: str) -&gt; bool: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forbidden = ["hack", "exploit", "bypass"]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return not any(word in user_input.lower() for word in forbidden)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# 输出护栏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def sanitize_output(response: str) -&gt; str: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# 移除敏感信息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import re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response = re.sub(r'\b\d{16}\b', '[CARD]', response)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return response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# 安全提示模板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safe_prompt = PromptTemplate(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template="""You are a helpful assistant.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Follow these guidelines: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- Be helpful and harmless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- Do not provide illegal advice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- Protect user privacy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User: {input}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Assistant:"""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代码实现 - Google ADK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8595360" cy="484632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from google.adk.agents import LlmAgent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safe_agent = LlmAgent(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name="SafeAgent",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instruction="""You are a helpful assistant with safety guardrails.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You must: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- Decline harmful requests politely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- Not reveal sensitive information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- Follow content policy guidelines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- Redirect inappropriate queries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For harmful requests, respond: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"I can't help with that. Is there something else I can assist with?"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""",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model="gemini-2.0-flash"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实践应用案例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客服系统: 防止不当言论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内容生成: 过滤敏感内容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儿童应用: 确保内容适宜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金融服务: 防止欺诈建议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医疗应用: 确保安全建议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总结：优势与注意事项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4206240" cy="48463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t>✓ 核心优势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保护用户和组织安全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满足合规要求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维护品牌声誉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降低法律风险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280160"/>
            <a:ext cx="4206240" cy="484632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5100"/>
                </a:solidFill>
              </a:defRPr>
            </a:pPr>
            <a:r>
              <a:t>⚠ 注意事项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92024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可能影响用户体验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增加开发和维护成本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需要持续更新规则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平衡安全与实用性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参考文献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t>[1] NeMo Guardrails: https://github.com/NVIDIA/NeMo-Guardrails</a:t>
            </a:r>
          </a:p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t>[2] OpenAI Safety: https://openai.com/safety</a:t>
            </a:r>
          </a:p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t>[3] LangChain Safety: https://python.langchain.com/docs/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