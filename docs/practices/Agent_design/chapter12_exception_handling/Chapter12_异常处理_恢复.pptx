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Chapter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12: Exception Handling and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异常处理与恢复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背景与动机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Agent执行中难免遇到错误和异常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未处理的异常导致任务失败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良好的异常处理确保系统稳定性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恢复机制让Agent能够继续执行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提升系统的鲁棒性和可靠性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异常检测: 识别执行中的错误和异常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异常分类: 区分不同类型的异常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恢复策略: 针对不同异常的恢复方案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重试机制: 对可恢复错误的自动重试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降级处理: 无法恢复时的备选方案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对比分析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无异常处理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有异常处理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稳定性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脆弱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健壮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用户体验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可能崩溃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平滑降级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可维护性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困难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便于调试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恢复能力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自动恢复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生产就绪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不适合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适合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LangChain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langchain.schema import OutputParserException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class AgentWithRetry: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def __init__(self, agent, max_retries=3):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self.agent = 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self.max_retries = max_retries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async def run_with_retry(self, input_data):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for attempt in range(self.max_retries):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try: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    result = await self.agent.ainvoke(input_data)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    return result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except OutputParserException as e: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    print(f"Parse error, retrying... ({attempt + 1})")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    input_data["format_hint"] = "Please use proper JSON format"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except Exception as e: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    if attempt == self.max_retries - 1: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        return self.fallback_response(str(e))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    await asyncio.sleep(2 ** attempt)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def fallback_response(self, error: str):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return {"error": error, "status": "failed"}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Google ADK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google.adk.agents import LlmAgent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agent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name="RobustAgent",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instruction="""Execute tasks with proper error handling.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If an error occurs: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1. Log the error details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2. Attempt recovery if possible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3. Provide a fallback response if not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Error types to handle: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- Tool execution failures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- Invalid inputs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- Timeout errors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""",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output_key="result"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实践应用案例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API调用: 处理网络错误和超时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数据处理: 处理格式错误和缺失数据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工具执行: 处理工具执行失败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用户交互: 处理无效用户输入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系统集成: 处理外部系统故障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总结：优势与注意事项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4206240" cy="4846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✓ 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提高系统稳定性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更好的用户体验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便于问题诊断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生产环境必备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4206240" cy="4846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5100"/>
                </a:solidFill>
              </a:defRPr>
            </a:pPr>
            <a:r>
              <a:t>⚠ 注意事项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异常处理增加代码复杂度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过度重试可能浪费资源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需要日志记录和监控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降级策略需要精心设计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[1] Circuit Breaker Pattern: https://martinfowler.com/bliki/CircuitBreaker.html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[2] LangChain Error Handling: https://python.langchain.com/docs/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[3] ADK Documentation: https://google.github.io/adk-docs/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