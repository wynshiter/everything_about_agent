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Chapter 12: Exception Handling and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Robust Agent Error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1. Background &amp; Motivation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2. Key Concepts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3. Comparison Analysis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4. Implementation Examples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5. Use Cases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6. Best Practices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7. Summary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8.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Agents operate in uncertain environments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API failures and timeouts are common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Invalid inputs cause processing errors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Recovery strategies maintain service continuity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Graceful degradation improves reliability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Handle unexpected errors gracefully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Maintain service availability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Provide meaningful error messages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Enable automatic recovery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Log issues for debugging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Error Detection - Identifying failures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Error Classification - Categorizing issues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Recovery Strategies - Response patterns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Fallback Mechanisms - Alternative paths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Logging and Monitoring - Issue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Comparison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40000"/>
                </a:solidFill>
              </a:defRPr>
            </a:pPr>
            <a:r>
              <a:t>Without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Crashes on errors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No recovery mechanism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Poor user experience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Lost progress on failure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Debugging difficulty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000"/>
                </a:solidFill>
              </a:defRPr>
            </a:pPr>
            <a:r>
              <a:t>With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Graceful error handling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Automatic recovery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Informative feedback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Progress preservation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Debugging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API failure handling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Invalid input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Resource exhaustion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Timeout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Service degradation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Code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3716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80"/>
                </a:solidFill>
                <a:latin typeface="Consolas"/>
              </a:defRPr>
            </a:pPr>
            <a:r>
              <a:t>$ python src/agents/patterns/exception_handling.py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Understand the problem context and motivation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Apply the pattern when conditions are met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Compare trade-offs before implementation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Follow best practices for optimal results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Monitor and iterate for continuous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65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[1] Exception Handling Patterns, https://martinfowler.com/articles/enterprisePatterns.html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[2] Circuit Breaker Pattern, https://martinfowler.com/bliki/CircuitBreaker.html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[3] Retry Pattern, https://docs.microsoft.com/en-us/azure/architecture/patterns/retry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[4] Chaos Engineering, https://principlesofchaos.org/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[5] Site Reliability Engineering, https://sre.google/books/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