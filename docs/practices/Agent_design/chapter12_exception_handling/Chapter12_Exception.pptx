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2C39A"/>
                </a:solidFill>
              </a:defRPr>
            </a:pPr>
            <a:r>
              <a:t>Chapter 12: Exception Handling and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00A896"/>
                </a:solidFill>
              </a:defRPr>
            </a:pPr>
            <a:r>
              <a:t>异常处理与恢复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2C39A"/>
                </a:solidFill>
              </a:defRPr>
            </a:pPr>
            <a:r>
              <a:t>什么是异常处理？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34E4A"/>
                </a:solidFill>
              </a:defRPr>
            </a:pPr>
            <a:r>
              <a:t>• 优雅处理错误</a:t>
            </a:r>
          </a:p>
          <a:p>
            <a:pPr>
              <a:spcAft>
                <a:spcPts val="1400"/>
              </a:spcAft>
              <a:defRPr sz="2000">
                <a:solidFill>
                  <a:srgbClr val="134E4A"/>
                </a:solidFill>
              </a:defRPr>
            </a:pPr>
            <a:r>
              <a:t>• 恢复执行状态</a:t>
            </a:r>
          </a:p>
          <a:p>
            <a:pPr>
              <a:spcAft>
                <a:spcPts val="1400"/>
              </a:spcAft>
              <a:defRPr sz="2000">
                <a:solidFill>
                  <a:srgbClr val="134E4A"/>
                </a:solidFill>
              </a:defRPr>
            </a:pPr>
            <a:r>
              <a:t>• 提供备选方案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2C39A"/>
                </a:solidFill>
              </a:defRPr>
            </a:pPr>
            <a:r>
              <a:t>关键策略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34E4A"/>
                </a:solidFill>
              </a:defRPr>
            </a:pPr>
            <a:r>
              <a:t>• 重试机制</a:t>
            </a:r>
          </a:p>
          <a:p>
            <a:pPr>
              <a:spcAft>
                <a:spcPts val="1400"/>
              </a:spcAft>
              <a:defRPr sz="2000">
                <a:solidFill>
                  <a:srgbClr val="134E4A"/>
                </a:solidFill>
              </a:defRPr>
            </a:pPr>
            <a:r>
              <a:t>• 降级策略</a:t>
            </a:r>
          </a:p>
          <a:p>
            <a:pPr>
              <a:spcAft>
                <a:spcPts val="1400"/>
              </a:spcAft>
              <a:defRPr sz="2000">
                <a:solidFill>
                  <a:srgbClr val="134E4A"/>
                </a:solidFill>
              </a:defRPr>
            </a:pPr>
            <a:r>
              <a:t>• 日志记录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2C39A"/>
                </a:solidFill>
              </a:defRPr>
            </a:pPr>
            <a:r>
              <a:t>运行示例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896"/>
                </a:solidFill>
              </a:defRPr>
            </a:pPr>
            <a:r>
              <a:t>python src/agents/patterns/exception.py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