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15: Inter-Agent Communication (A2A)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Agent间通信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多Agent系统需要有效的通信机制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Agent需要交换信息、协调行动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通信协议决定了协作效率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标准化通信促进Agent互操作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是复杂多Agent系统的基础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消息格式: 标准化Agent间消息结构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通信协议: 定义发送、接收、确认规则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状态同步: 确保Agent间状态一致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广播与点对点: 不同的通信拓扑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消息队列: 异步通信的缓冲机制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紧耦合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松耦合通信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依赖关系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强依赖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独立运行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扩展性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困难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容易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容错性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通信开销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实现复杂度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简单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较复杂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pydantic import BaseModel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typing import Optional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class AgentMessage(BaseModel):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sender: str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receiver: str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content: str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message_type: str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metadata: Optional[dict] = None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class CommunicationHub: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def __init__(self):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self.message_queue = []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self.agents = {}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def register(self, name: str, agent):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self.agents[name] = 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def send(self, message: AgentMessage):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self.message_queue.append(message)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def broadcast(self, sender: str, content: str):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for name in self.agents: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if name != sender: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    self.send(AgentMessage(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        sender=sender,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        receiver=name,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        content=content,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        message_type="broadcast"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    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LlmAgent, SequentialAgent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ADK使用state进行Agent间通信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researcher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name="Researcher",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instruction="Research and output to {research_result}",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output_key="research_result"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analyst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name="Analyst",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instruction="Analyze {research_result}",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output_key="analysis_result"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State自动传递通信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pipeline = SequentialAgent(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sub_agents=[researcher, analyst]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分布式计算: 多个Agent分工处理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协作机器人: 机器人间协调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仿真系统: 模拟多个实体交互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物联网: 设备Agent通信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多人游戏: 游戏AI协作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支持复杂协作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提高系统可扩展性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增强容错能力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促进Agent复用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通信延迟影响性能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消息序列化和解析开销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需要处理消息丢失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状态一致性挑战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FIPA ACL: https://www.fipa.org/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LangGraph Communication: https://langchain-ai.github.io/langgraph/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Google ADK: https://google.github.io/adk-docs/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