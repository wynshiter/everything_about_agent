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15: Inter-Agent Communication (A2A)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Protocols for Agent-to-Agent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Multi-agent systems need communication standards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Different agents may use different frameworks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Interoperability is essential for collaboration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A2A provides standardized agent protocols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Google's protocol for agent interaction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cross-framework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Standardize message formats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Support capability discovery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Facilitate agent orchestration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Build interoperable ecosystems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 Cards - Capability descriptions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Message Protocol - Communication format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Task Management - Work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Handoff Mechanisms - Agent transitions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Security Considerations -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Framework-specific protocols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interoperability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Vendor lock-in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Custom integration effort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Fragmented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Standardized protocols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Cross-framework support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Open ecosystem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Reduced integration effort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Community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Cross-platform agents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Distributed task execution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 marketplaces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Enterprise integrations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Collaborative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src/agents/patterns/a2a.py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Google A2A Protocol, https://google.github.io/adk-docs/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Agent Protocol, https://agentprotocol.ai/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FIPA ACL, https://www.fipa.org/repository/aclspecs.html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Wooldridge, M. (2009). MultiAgent Systems. Wiley.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Semantic Web, https://www.w3.org/standards/semanticweb/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