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Chapter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Chapter 5: Tool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工具使用模式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背景与动机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LLM本身只能生成文本，无法执行实际操作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工具使用模式扩展Agent的能力边界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允许Agent调用外部工具完成特定任务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如搜索、计算、API调用、数据库查询等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这是现代AI Agent的核心能力之一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工具定义: 描述工具的功能、参数和返回值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工具选择: LLM根据任务需求选择合适的工具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参数填充: LLM生成符合工具要求的参数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执行与返回: 工具执行并将结果返回给LLM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对比分析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无工具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工具使用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能力范围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仅文本生成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可执行实际操作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实时信息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无法获取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可通过工具获取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计算能力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有限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精确计算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外部交互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可调用API、数据库等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可靠性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依赖训练数据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可获取最新准确数据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代码实现 - LangChain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8595360" cy="48463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langchain.tools import tool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@tool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def get_current_weather(location: str) -&gt; str: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"""获取指定位置的当前天气"""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# 调用天气API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return f"{location}当前温度25°C，晴朗"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绑定工具到LLM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llm_with_tools = llm.bind_tools([get_current_weather])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执行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response = llm_with_tools.invoke("北京今天天气怎么样？")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if response.tool_calls: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result = get_current_weather.invoke(response.tool_calls[0]["args"])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代码实现 - Google ADK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8595360" cy="48463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google.adk.tools import google_search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google.adk.agents import LlmAgent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Agent with built-in tools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agent = LlmAgent(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name="SearchAgent",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model="gemini-2.0-flash",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instruction="You are a helpful assistant. Use the search tool when needed.",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tools=[google_search],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description="Agent that can search the web"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Tools can also be custom functions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def calculate(expression: str) -&gt; float: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"""Safely evaluate a mathematical expression."""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return eval(expression)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实践应用案例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网络搜索: 获取实时信息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代码执行: 运行Python代码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数据库查询: 检索存储的数据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API调用: 与外部服务交互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文件操作: 读写文件系统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总结：优势与注意事项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4206240" cy="48463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✓ 核心优势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扩展Agent能力边界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获取实时、准确的信息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执行精确计算和操作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与外部系统无缝集成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280160"/>
            <a:ext cx="4206240" cy="48463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5100"/>
                </a:solidFill>
              </a:defRPr>
            </a:pPr>
            <a:r>
              <a:t>⚠ 注意事项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92024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工具调用可能增加延迟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需要处理工具执行失败的情况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工具定义需要清晰准确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需要控制工具调用的成本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[1] LangChain Tools: https://python.langchain.com/docs/modules/tools/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[2] Function Calling: https://platform.openai.com/docs/guides/function-calling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[3] Google ADK Tools: https://google.github.io/adk-docs/tools/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