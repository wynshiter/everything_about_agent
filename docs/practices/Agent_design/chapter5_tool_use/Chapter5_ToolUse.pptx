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9144000" cy="9144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Chapter 5: Tool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Extending Agent Capabilities with External Tools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2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1. Background &amp; Motivation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2. Key Concepts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3. Comparison Analysis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4. Implementation Examples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5. Use Cases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6. Best Practices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7. Summary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8.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2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Background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371600" cy="457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LLMs have knowledge cutoffs and cannot access real-time data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Mathematical computations exceed LLM capabilities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External APIs provide specialized functionality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Tools extend agent capabilities beyond text generation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Function calling enables structured interactions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2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Motivation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371600" cy="457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Access real-time information (weather, stocks, news)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Perform precise calculations and computations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Interact with databases and external systems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Execute actions in the physical world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Leverage specialized domain expertise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2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Key Concepts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371600" cy="457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Function Calling - Structured tool invocation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Tool Definition - Schema and parameters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Tool Selection - Choosing appropriate tools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Result Integration - Incorporating tool outputs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Error Handling - Graceful failure management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2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Comparison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28016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B40000"/>
                </a:solidFill>
              </a:defRPr>
            </a:pPr>
            <a:r>
              <a:t>Without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73736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Limited to training knowledge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Cannot perform calculations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No external system access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Purely text-based reasoning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Constrained by model cutoffs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28016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8000"/>
                </a:solidFill>
              </a:defRPr>
            </a:pPr>
            <a:r>
              <a:t>With Pattern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73736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Real-time data access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Precise computational abilities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API integration capabilities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Action execution potential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Unlimited extensibility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2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Use Cases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371600" cy="457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Web search and information retrieval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Database queries and CRUD operations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API integrations (weather, maps, etc.)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Code execution and calculation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File system operations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2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Code Example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8229600" cy="137160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7863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FF80"/>
                </a:solidFill>
                <a:latin typeface="Consolas"/>
              </a:defRPr>
            </a:pPr>
            <a:r>
              <a:t>$ python src/agents/patterns/tool_use.py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9144000" cy="457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[OK] Understand the problem context and motivation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[OK] Apply the pattern when conditions are met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[OK] Compare trade-offs before implementation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[OK] Follow best practices for optimal results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[OK] Monitor and iterate for continuous improvement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9144000" cy="457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[1] OpenAI Function Calling Guide, https://platform.openai.com/docs/guides/function-calling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[2] LangChain Tools Documentation, https://python.langchain.com/docs/modules/tools/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[3] Schick, T., et al. (2023). Toolformer. arXiv:2302.04039.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[4] Yao, S., et al. (2023). ReAct: Synergizing Reasoning and Acting. ICLR.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[5] Nakano, R., et al. (2021). WebGPT. arXiv:2112.09332.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