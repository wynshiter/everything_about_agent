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1C784"/>
                </a:solidFill>
                <a:latin typeface="Arial"/>
              </a:defRPr>
            </a:pPr>
            <a:r>
              <a:t>CHAPTER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Tool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Extending Agent Capabilities with External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5E20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LLMs have knowledge cutoffs and cannot access real-time data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Mathematical computations exceed LLM capabilities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External APIs provide specialized functionality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Tools extend agent capabilities beyond text generation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Function calling enables structured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Access real-time information (weather, stocks, news)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Perform precise calculations and computations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Interact with databases and external systems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Execute actions in the physical world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Leverage specialized domain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533"/>
                </a:solidFill>
                <a:latin typeface="Arial"/>
              </a:defRPr>
            </a:pPr>
            <a:r>
              <a:t>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Arial"/>
              </a:defRPr>
            </a:pPr>
            <a:r>
              <a:t>Structured tool invocation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533"/>
                </a:solidFill>
                <a:latin typeface="Arial"/>
              </a:defRPr>
            </a:pPr>
            <a:r>
              <a:t>Tool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Arial"/>
              </a:defRPr>
            </a:pPr>
            <a:r>
              <a:t>Schema and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533"/>
                </a:solidFill>
                <a:latin typeface="Arial"/>
              </a:defRPr>
            </a:pPr>
            <a:r>
              <a:t>Tool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Arial"/>
              </a:defRPr>
            </a:pPr>
            <a:r>
              <a:t>Choosing appropriate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533"/>
                </a:solidFill>
                <a:latin typeface="Arial"/>
              </a:defRPr>
            </a:pPr>
            <a:r>
              <a:t>Result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Arial"/>
              </a:defRPr>
            </a:pPr>
            <a:r>
              <a:t>Incorporating tool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5533"/>
                </a:solidFill>
                <a:latin typeface="Arial"/>
              </a:defRPr>
            </a:pPr>
            <a: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Arial"/>
              </a:defRPr>
            </a:pPr>
            <a:r>
              <a:t>Graceful failure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Limited to training data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No calculations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No external access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Text reasoning only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Fixed cutoffs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Real-time data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Precise computation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API integration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Action execution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5E20"/>
                </a:solidFill>
                <a:latin typeface="Arial"/>
              </a:defRPr>
            </a:pPr>
            <a:r>
              <a:t>Unlimited extensibility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Web search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Database queries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API integrations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Code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Arial"/>
              </a:defRPr>
            </a:pPr>
            <a:r>
              <a:t>File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src/agents/patterns/tool_use.py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5E20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5E20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CAF50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5533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5533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5533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5533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5533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OpenAI Function Calling Guide - platform.openai.com/docs/guides/function-calling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LangChain Tools Documentation - python.langchain.com/docs/modules/tools/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Schick, T., et al. (2023). Toolformer. arXiv:2302.04039.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Yao, S., et al. (2023). ReAct: Synergizing Reasoning and Acting. ICLR.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Nakano, R., et al. (2021). WebGPT. arXiv:2112.09332.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