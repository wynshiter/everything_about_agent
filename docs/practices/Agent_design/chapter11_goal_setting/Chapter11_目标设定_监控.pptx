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11: Goal Setting and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目标设定与监控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Agent可能偏离预期目标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缺乏目标导向的执行可能导致无效行为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目标设定为Agent提供明确方向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监控确保执行在正确轨道上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与Reflection模式协同增强自我调节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目标定义: 明确、可衡量、可实现的目标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目标分解: 将大目标分解为可执行子目标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进度监控: 追踪目标完成进度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偏差检测: 识别执行与目标的偏差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调整机制: 根据偏差调整行为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无目标导向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目标导向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执行方向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可能偏离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始终对准目标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可衡量性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难以评估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有明确指标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自我调节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能自动纠偏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完成质量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不确定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更有保障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资源利用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可能浪费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更高效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pydantic import BaseModel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typing import List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class Goal(BaseModel):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description: str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success_criteria: List[str]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priority: int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目标管理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class GoalManager: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def __init__(self, primary_goal: Goal):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self.primary_goal = primary_goal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self.sub_goals = []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self.progress = 0.0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def evaluate_progress(self, current_state) -&gt; float: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"""评估当前进度"""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# 检查成功标准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criteria_met = sum(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1 for c in self.primary_goal.success_criteria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if self._check_criterion(c, current_state)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self.progress = criteria_met / len(self.primary_goal.success_criteria)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return self.progress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LlmAgent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goal_agent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name="GoalAgent",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instruction="""You have a primary goal to achieve.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Monitor your progress and adjust your approach if needed.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Goal: {goal}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Current state: {state}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Progress: {progress}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If deviating from the goal, propose corrective actions.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""",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output_key="action"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项目管理: 追踪项目里程碑和目标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客户服务: 确保问题得到完全解决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研究分析: 保证研究方向不偏离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任务自动化: 验证自动化目标达成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学习系统: 追踪学习目标进度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明确执行方向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可衡量的进度追踪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自动纠偏能力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提高任务完成率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目标定义需要准确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监控增加计算开销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过度监控可能限制灵活性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需要与Reflection模式配合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Goal-Directed Agents: https://arxiv.org/abs/2305.04091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LangGraph State Management: https://langchain-ai.github.io/langgraph/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ADK Documentation: https://google.github.io/adk-docs/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