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11: Goal Setting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Objective-Driven Agent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Agents need clear objectives to guide behavior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Goal ambiguity leads to suboptimal outcomes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Progress tracking enables course correction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Goal decomposition enables manageable tasks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Monitoring ensures alignment with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Define clear success criteria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progress measurement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Guide agent decision-making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Support adaptive behavior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Ensure outcome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Goal Definition - Clear objective specification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Success Metrics - Measurable outcomes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Progress Tracking - Status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Milestones - Intermediate checkpoints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Goal Revision - Adaptive 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Undefined success criteria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progress tracking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Reactive behavior only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Unclear completion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Drifting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Clear success metrics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Progress visualization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Proactive planning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Defined completion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Aligned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Project automation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Research tasks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Content creation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Process optimization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Performance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src/agents/patterns/goal_setting.py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Locke, E.A., &amp; Latham, G.P. (2002). Building a Practically Useful Theory. AMR.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Goal-Directed Behavior, https://plato.stanford.edu/entries/goal-directed-behavior/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OKR Framework, https://www.whatmatters.com/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SMART Goals, https://www.mindtools.com/a4wo118/smart-goals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Russell, S. (2019). Human Compatible. Viking.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