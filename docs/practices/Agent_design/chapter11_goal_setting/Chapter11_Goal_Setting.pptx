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5F5F5"/>
                </a:solidFill>
              </a:defRPr>
            </a:pPr>
            <a:r>
              <a:t>Chapter 11: Goal Setting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7BC62"/>
                </a:solidFill>
              </a:defRPr>
            </a:pPr>
            <a:r>
              <a:t>目标设定与监控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5F5"/>
                </a:solidFill>
              </a:defRPr>
            </a:pPr>
            <a:r>
              <a:t>什么是目标设定？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532D"/>
                </a:solidFill>
              </a:defRPr>
            </a:pPr>
            <a:r>
              <a:t>• 明确任务目标</a:t>
            </a:r>
          </a:p>
          <a:p>
            <a:pPr>
              <a:spcAft>
                <a:spcPts val="1400"/>
              </a:spcAft>
              <a:defRPr sz="2000">
                <a:solidFill>
                  <a:srgbClr val="14532D"/>
                </a:solidFill>
              </a:defRPr>
            </a:pPr>
            <a:r>
              <a:t>• 设定成功标准</a:t>
            </a:r>
          </a:p>
          <a:p>
            <a:pPr>
              <a:spcAft>
                <a:spcPts val="1400"/>
              </a:spcAft>
              <a:defRPr sz="2000">
                <a:solidFill>
                  <a:srgbClr val="14532D"/>
                </a:solidFill>
              </a:defRPr>
            </a:pPr>
            <a:r>
              <a:t>• 监控执行进度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5F5"/>
                </a:solidFill>
              </a:defRPr>
            </a:pPr>
            <a:r>
              <a:t>实现要点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532D"/>
                </a:solidFill>
              </a:defRPr>
            </a:pPr>
            <a:r>
              <a:t>• 目标分解</a:t>
            </a:r>
          </a:p>
          <a:p>
            <a:pPr>
              <a:spcAft>
                <a:spcPts val="1400"/>
              </a:spcAft>
              <a:defRPr sz="2000">
                <a:solidFill>
                  <a:srgbClr val="14532D"/>
                </a:solidFill>
              </a:defRPr>
            </a:pPr>
            <a:r>
              <a:t>• 进度追踪</a:t>
            </a:r>
          </a:p>
          <a:p>
            <a:pPr>
              <a:spcAft>
                <a:spcPts val="1400"/>
              </a:spcAft>
              <a:defRPr sz="2000">
                <a:solidFill>
                  <a:srgbClr val="14532D"/>
                </a:solidFill>
              </a:defRPr>
            </a:pPr>
            <a:r>
              <a:t>• 异常检测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</a:defRPr>
            </a:pPr>
            <a:r>
              <a:t>运行示例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7BC62"/>
                </a:solidFill>
              </a:defRPr>
            </a:pPr>
            <a:r>
              <a:t>python src/agents/patterns/goal_setting.py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